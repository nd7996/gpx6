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"/>
  </p:notesMasterIdLst>
  <p:sldIdLst>
    <p:sldId id="256" r:id="rId2"/>
    <p:sldId id="258" r:id="rId3"/>
  </p:sldIdLst>
  <p:sldSz cx="13320713" cy="6732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B9551-AF43-4C15-9CEC-773225A86ECC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6238" y="1143000"/>
            <a:ext cx="6105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CC34F5-4EC2-44E9-98F5-18CEED0E8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77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36653" rtl="0" eaLnBrk="1" latinLnBrk="0" hangingPunct="1">
      <a:defRPr sz="1228" kern="1200">
        <a:solidFill>
          <a:schemeClr val="tx1"/>
        </a:solidFill>
        <a:latin typeface="+mn-lt"/>
        <a:ea typeface="+mn-ea"/>
        <a:cs typeface="+mn-cs"/>
      </a:defRPr>
    </a:lvl1pPr>
    <a:lvl2pPr marL="468327" algn="l" defTabSz="936653" rtl="0" eaLnBrk="1" latinLnBrk="0" hangingPunct="1">
      <a:defRPr sz="1228" kern="1200">
        <a:solidFill>
          <a:schemeClr val="tx1"/>
        </a:solidFill>
        <a:latin typeface="+mn-lt"/>
        <a:ea typeface="+mn-ea"/>
        <a:cs typeface="+mn-cs"/>
      </a:defRPr>
    </a:lvl2pPr>
    <a:lvl3pPr marL="936653" algn="l" defTabSz="936653" rtl="0" eaLnBrk="1" latinLnBrk="0" hangingPunct="1">
      <a:defRPr sz="1228" kern="1200">
        <a:solidFill>
          <a:schemeClr val="tx1"/>
        </a:solidFill>
        <a:latin typeface="+mn-lt"/>
        <a:ea typeface="+mn-ea"/>
        <a:cs typeface="+mn-cs"/>
      </a:defRPr>
    </a:lvl3pPr>
    <a:lvl4pPr marL="1404981" algn="l" defTabSz="936653" rtl="0" eaLnBrk="1" latinLnBrk="0" hangingPunct="1">
      <a:defRPr sz="1228" kern="1200">
        <a:solidFill>
          <a:schemeClr val="tx1"/>
        </a:solidFill>
        <a:latin typeface="+mn-lt"/>
        <a:ea typeface="+mn-ea"/>
        <a:cs typeface="+mn-cs"/>
      </a:defRPr>
    </a:lvl4pPr>
    <a:lvl5pPr marL="1873307" algn="l" defTabSz="936653" rtl="0" eaLnBrk="1" latinLnBrk="0" hangingPunct="1">
      <a:defRPr sz="1228" kern="1200">
        <a:solidFill>
          <a:schemeClr val="tx1"/>
        </a:solidFill>
        <a:latin typeface="+mn-lt"/>
        <a:ea typeface="+mn-ea"/>
        <a:cs typeface="+mn-cs"/>
      </a:defRPr>
    </a:lvl5pPr>
    <a:lvl6pPr marL="2341634" algn="l" defTabSz="936653" rtl="0" eaLnBrk="1" latinLnBrk="0" hangingPunct="1">
      <a:defRPr sz="1228" kern="1200">
        <a:solidFill>
          <a:schemeClr val="tx1"/>
        </a:solidFill>
        <a:latin typeface="+mn-lt"/>
        <a:ea typeface="+mn-ea"/>
        <a:cs typeface="+mn-cs"/>
      </a:defRPr>
    </a:lvl6pPr>
    <a:lvl7pPr marL="2809961" algn="l" defTabSz="936653" rtl="0" eaLnBrk="1" latinLnBrk="0" hangingPunct="1">
      <a:defRPr sz="1228" kern="1200">
        <a:solidFill>
          <a:schemeClr val="tx1"/>
        </a:solidFill>
        <a:latin typeface="+mn-lt"/>
        <a:ea typeface="+mn-ea"/>
        <a:cs typeface="+mn-cs"/>
      </a:defRPr>
    </a:lvl7pPr>
    <a:lvl8pPr marL="3278287" algn="l" defTabSz="936653" rtl="0" eaLnBrk="1" latinLnBrk="0" hangingPunct="1">
      <a:defRPr sz="1228" kern="1200">
        <a:solidFill>
          <a:schemeClr val="tx1"/>
        </a:solidFill>
        <a:latin typeface="+mn-lt"/>
        <a:ea typeface="+mn-ea"/>
        <a:cs typeface="+mn-cs"/>
      </a:defRPr>
    </a:lvl8pPr>
    <a:lvl9pPr marL="3746615" algn="l" defTabSz="936653" rtl="0" eaLnBrk="1" latinLnBrk="0" hangingPunct="1">
      <a:defRPr sz="1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6238" y="1143000"/>
            <a:ext cx="61055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CC34F5-4EC2-44E9-98F5-18CEED0E839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947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5089" y="1101838"/>
            <a:ext cx="9990535" cy="2343938"/>
          </a:xfrm>
        </p:spPr>
        <p:txBody>
          <a:bodyPr anchor="b"/>
          <a:lstStyle>
            <a:lvl1pPr algn="ctr">
              <a:defRPr sz="5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5089" y="3536168"/>
            <a:ext cx="9990535" cy="1625483"/>
          </a:xfrm>
        </p:spPr>
        <p:txBody>
          <a:bodyPr/>
          <a:lstStyle>
            <a:lvl1pPr marL="0" indent="0" algn="ctr">
              <a:buNone/>
              <a:defRPr sz="2356"/>
            </a:lvl1pPr>
            <a:lvl2pPr marL="448833" indent="0" algn="ctr">
              <a:buNone/>
              <a:defRPr sz="1963"/>
            </a:lvl2pPr>
            <a:lvl3pPr marL="897666" indent="0" algn="ctr">
              <a:buNone/>
              <a:defRPr sz="1767"/>
            </a:lvl3pPr>
            <a:lvl4pPr marL="1346500" indent="0" algn="ctr">
              <a:buNone/>
              <a:defRPr sz="1571"/>
            </a:lvl4pPr>
            <a:lvl5pPr marL="1795333" indent="0" algn="ctr">
              <a:buNone/>
              <a:defRPr sz="1571"/>
            </a:lvl5pPr>
            <a:lvl6pPr marL="2244166" indent="0" algn="ctr">
              <a:buNone/>
              <a:defRPr sz="1571"/>
            </a:lvl6pPr>
            <a:lvl7pPr marL="2692999" indent="0" algn="ctr">
              <a:buNone/>
              <a:defRPr sz="1571"/>
            </a:lvl7pPr>
            <a:lvl8pPr marL="3141833" indent="0" algn="ctr">
              <a:buNone/>
              <a:defRPr sz="1571"/>
            </a:lvl8pPr>
            <a:lvl9pPr marL="3590666" indent="0" algn="ctr">
              <a:buNone/>
              <a:defRPr sz="15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B717-CFD4-4C3E-B8B4-391252853DD8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3DBF7-B1EC-49F1-B22D-456980B7F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428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B717-CFD4-4C3E-B8B4-391252853DD8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3DBF7-B1EC-49F1-B22D-456980B7F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35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861" y="1678473"/>
            <a:ext cx="11489115" cy="2800569"/>
          </a:xfrm>
        </p:spPr>
        <p:txBody>
          <a:bodyPr anchor="b"/>
          <a:lstStyle>
            <a:lvl1pPr>
              <a:defRPr sz="5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861" y="4505536"/>
            <a:ext cx="11489115" cy="1472753"/>
          </a:xfrm>
        </p:spPr>
        <p:txBody>
          <a:bodyPr/>
          <a:lstStyle>
            <a:lvl1pPr marL="0" indent="0">
              <a:buNone/>
              <a:defRPr sz="2356">
                <a:solidFill>
                  <a:schemeClr val="tx1">
                    <a:tint val="75000"/>
                  </a:schemeClr>
                </a:solidFill>
              </a:defRPr>
            </a:lvl1pPr>
            <a:lvl2pPr marL="448833" indent="0">
              <a:buNone/>
              <a:defRPr sz="1963">
                <a:solidFill>
                  <a:schemeClr val="tx1">
                    <a:tint val="75000"/>
                  </a:schemeClr>
                </a:solidFill>
              </a:defRPr>
            </a:lvl2pPr>
            <a:lvl3pPr marL="897666" indent="0">
              <a:buNone/>
              <a:defRPr sz="1767">
                <a:solidFill>
                  <a:schemeClr val="tx1">
                    <a:tint val="75000"/>
                  </a:schemeClr>
                </a:solidFill>
              </a:defRPr>
            </a:lvl3pPr>
            <a:lvl4pPr marL="1346500" indent="0">
              <a:buNone/>
              <a:defRPr sz="1571">
                <a:solidFill>
                  <a:schemeClr val="tx1">
                    <a:tint val="75000"/>
                  </a:schemeClr>
                </a:solidFill>
              </a:defRPr>
            </a:lvl4pPr>
            <a:lvl5pPr marL="1795333" indent="0">
              <a:buNone/>
              <a:defRPr sz="1571">
                <a:solidFill>
                  <a:schemeClr val="tx1">
                    <a:tint val="75000"/>
                  </a:schemeClr>
                </a:solidFill>
              </a:defRPr>
            </a:lvl5pPr>
            <a:lvl6pPr marL="2244166" indent="0">
              <a:buNone/>
              <a:defRPr sz="1571">
                <a:solidFill>
                  <a:schemeClr val="tx1">
                    <a:tint val="75000"/>
                  </a:schemeClr>
                </a:solidFill>
              </a:defRPr>
            </a:lvl6pPr>
            <a:lvl7pPr marL="2692999" indent="0">
              <a:buNone/>
              <a:defRPr sz="1571">
                <a:solidFill>
                  <a:schemeClr val="tx1">
                    <a:tint val="75000"/>
                  </a:schemeClr>
                </a:solidFill>
              </a:defRPr>
            </a:lvl7pPr>
            <a:lvl8pPr marL="3141833" indent="0">
              <a:buNone/>
              <a:defRPr sz="1571">
                <a:solidFill>
                  <a:schemeClr val="tx1">
                    <a:tint val="75000"/>
                  </a:schemeClr>
                </a:solidFill>
              </a:defRPr>
            </a:lvl8pPr>
            <a:lvl9pPr marL="3590666" indent="0">
              <a:buNone/>
              <a:defRPr sz="15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B717-CFD4-4C3E-B8B4-391252853DD8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3DBF7-B1EC-49F1-B22D-456980B7F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405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799" y="1792240"/>
            <a:ext cx="5661303" cy="4271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43611" y="1792240"/>
            <a:ext cx="5661303" cy="4271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B717-CFD4-4C3E-B8B4-391252853DD8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3DBF7-B1EC-49F1-B22D-456980B7F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05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358449"/>
            <a:ext cx="11489115" cy="1301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35" y="1650420"/>
            <a:ext cx="5635285" cy="808845"/>
          </a:xfrm>
        </p:spPr>
        <p:txBody>
          <a:bodyPr anchor="b"/>
          <a:lstStyle>
            <a:lvl1pPr marL="0" indent="0">
              <a:buNone/>
              <a:defRPr sz="2356" b="1"/>
            </a:lvl1pPr>
            <a:lvl2pPr marL="448833" indent="0">
              <a:buNone/>
              <a:defRPr sz="1963" b="1"/>
            </a:lvl2pPr>
            <a:lvl3pPr marL="897666" indent="0">
              <a:buNone/>
              <a:defRPr sz="1767" b="1"/>
            </a:lvl3pPr>
            <a:lvl4pPr marL="1346500" indent="0">
              <a:buNone/>
              <a:defRPr sz="1571" b="1"/>
            </a:lvl4pPr>
            <a:lvl5pPr marL="1795333" indent="0">
              <a:buNone/>
              <a:defRPr sz="1571" b="1"/>
            </a:lvl5pPr>
            <a:lvl6pPr marL="2244166" indent="0">
              <a:buNone/>
              <a:defRPr sz="1571" b="1"/>
            </a:lvl6pPr>
            <a:lvl7pPr marL="2692999" indent="0">
              <a:buNone/>
              <a:defRPr sz="1571" b="1"/>
            </a:lvl7pPr>
            <a:lvl8pPr marL="3141833" indent="0">
              <a:buNone/>
              <a:defRPr sz="1571" b="1"/>
            </a:lvl8pPr>
            <a:lvl9pPr marL="3590666" indent="0">
              <a:buNone/>
              <a:defRPr sz="15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7535" y="2459265"/>
            <a:ext cx="5635285" cy="3617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43611" y="1650420"/>
            <a:ext cx="5663038" cy="808845"/>
          </a:xfrm>
        </p:spPr>
        <p:txBody>
          <a:bodyPr anchor="b"/>
          <a:lstStyle>
            <a:lvl1pPr marL="0" indent="0">
              <a:buNone/>
              <a:defRPr sz="2356" b="1"/>
            </a:lvl1pPr>
            <a:lvl2pPr marL="448833" indent="0">
              <a:buNone/>
              <a:defRPr sz="1963" b="1"/>
            </a:lvl2pPr>
            <a:lvl3pPr marL="897666" indent="0">
              <a:buNone/>
              <a:defRPr sz="1767" b="1"/>
            </a:lvl3pPr>
            <a:lvl4pPr marL="1346500" indent="0">
              <a:buNone/>
              <a:defRPr sz="1571" b="1"/>
            </a:lvl4pPr>
            <a:lvl5pPr marL="1795333" indent="0">
              <a:buNone/>
              <a:defRPr sz="1571" b="1"/>
            </a:lvl5pPr>
            <a:lvl6pPr marL="2244166" indent="0">
              <a:buNone/>
              <a:defRPr sz="1571" b="1"/>
            </a:lvl6pPr>
            <a:lvl7pPr marL="2692999" indent="0">
              <a:buNone/>
              <a:defRPr sz="1571" b="1"/>
            </a:lvl7pPr>
            <a:lvl8pPr marL="3141833" indent="0">
              <a:buNone/>
              <a:defRPr sz="1571" b="1"/>
            </a:lvl8pPr>
            <a:lvl9pPr marL="3590666" indent="0">
              <a:buNone/>
              <a:defRPr sz="15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43611" y="2459265"/>
            <a:ext cx="5663038" cy="3617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B717-CFD4-4C3E-B8B4-391252853DD8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3DBF7-B1EC-49F1-B22D-456980B7F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84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B717-CFD4-4C3E-B8B4-391252853DD8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3DBF7-B1EC-49F1-B22D-456980B7F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69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B717-CFD4-4C3E-B8B4-391252853DD8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3DBF7-B1EC-49F1-B22D-456980B7F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026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5" y="448839"/>
            <a:ext cx="4296276" cy="1570937"/>
          </a:xfrm>
        </p:spPr>
        <p:txBody>
          <a:bodyPr anchor="b"/>
          <a:lstStyle>
            <a:lvl1pPr>
              <a:defRPr sz="31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3038" y="969369"/>
            <a:ext cx="6743611" cy="4784501"/>
          </a:xfrm>
        </p:spPr>
        <p:txBody>
          <a:bodyPr/>
          <a:lstStyle>
            <a:lvl1pPr>
              <a:defRPr sz="3141"/>
            </a:lvl1pPr>
            <a:lvl2pPr>
              <a:defRPr sz="2749"/>
            </a:lvl2pPr>
            <a:lvl3pPr>
              <a:defRPr sz="2356"/>
            </a:lvl3pPr>
            <a:lvl4pPr>
              <a:defRPr sz="1963"/>
            </a:lvl4pPr>
            <a:lvl5pPr>
              <a:defRPr sz="1963"/>
            </a:lvl5pPr>
            <a:lvl6pPr>
              <a:defRPr sz="1963"/>
            </a:lvl6pPr>
            <a:lvl7pPr>
              <a:defRPr sz="1963"/>
            </a:lvl7pPr>
            <a:lvl8pPr>
              <a:defRPr sz="1963"/>
            </a:lvl8pPr>
            <a:lvl9pPr>
              <a:defRPr sz="196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5" y="2019776"/>
            <a:ext cx="4296276" cy="3741886"/>
          </a:xfrm>
        </p:spPr>
        <p:txBody>
          <a:bodyPr/>
          <a:lstStyle>
            <a:lvl1pPr marL="0" indent="0">
              <a:buNone/>
              <a:defRPr sz="1571"/>
            </a:lvl1pPr>
            <a:lvl2pPr marL="448833" indent="0">
              <a:buNone/>
              <a:defRPr sz="1374"/>
            </a:lvl2pPr>
            <a:lvl3pPr marL="897666" indent="0">
              <a:buNone/>
              <a:defRPr sz="1178"/>
            </a:lvl3pPr>
            <a:lvl4pPr marL="1346500" indent="0">
              <a:buNone/>
              <a:defRPr sz="982"/>
            </a:lvl4pPr>
            <a:lvl5pPr marL="1795333" indent="0">
              <a:buNone/>
              <a:defRPr sz="982"/>
            </a:lvl5pPr>
            <a:lvl6pPr marL="2244166" indent="0">
              <a:buNone/>
              <a:defRPr sz="982"/>
            </a:lvl6pPr>
            <a:lvl7pPr marL="2692999" indent="0">
              <a:buNone/>
              <a:defRPr sz="982"/>
            </a:lvl7pPr>
            <a:lvl8pPr marL="3141833" indent="0">
              <a:buNone/>
              <a:defRPr sz="982"/>
            </a:lvl8pPr>
            <a:lvl9pPr marL="3590666" indent="0">
              <a:buNone/>
              <a:defRPr sz="98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B717-CFD4-4C3E-B8B4-391252853DD8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3DBF7-B1EC-49F1-B22D-456980B7F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02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5" y="448839"/>
            <a:ext cx="4296276" cy="1570937"/>
          </a:xfrm>
        </p:spPr>
        <p:txBody>
          <a:bodyPr anchor="b"/>
          <a:lstStyle>
            <a:lvl1pPr>
              <a:defRPr sz="31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63038" y="969369"/>
            <a:ext cx="6743611" cy="4784501"/>
          </a:xfrm>
        </p:spPr>
        <p:txBody>
          <a:bodyPr anchor="t"/>
          <a:lstStyle>
            <a:lvl1pPr marL="0" indent="0">
              <a:buNone/>
              <a:defRPr sz="3141"/>
            </a:lvl1pPr>
            <a:lvl2pPr marL="448833" indent="0">
              <a:buNone/>
              <a:defRPr sz="2749"/>
            </a:lvl2pPr>
            <a:lvl3pPr marL="897666" indent="0">
              <a:buNone/>
              <a:defRPr sz="2356"/>
            </a:lvl3pPr>
            <a:lvl4pPr marL="1346500" indent="0">
              <a:buNone/>
              <a:defRPr sz="1963"/>
            </a:lvl4pPr>
            <a:lvl5pPr marL="1795333" indent="0">
              <a:buNone/>
              <a:defRPr sz="1963"/>
            </a:lvl5pPr>
            <a:lvl6pPr marL="2244166" indent="0">
              <a:buNone/>
              <a:defRPr sz="1963"/>
            </a:lvl6pPr>
            <a:lvl7pPr marL="2692999" indent="0">
              <a:buNone/>
              <a:defRPr sz="1963"/>
            </a:lvl7pPr>
            <a:lvl8pPr marL="3141833" indent="0">
              <a:buNone/>
              <a:defRPr sz="1963"/>
            </a:lvl8pPr>
            <a:lvl9pPr marL="3590666" indent="0">
              <a:buNone/>
              <a:defRPr sz="19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5" y="2019776"/>
            <a:ext cx="4296276" cy="3741886"/>
          </a:xfrm>
        </p:spPr>
        <p:txBody>
          <a:bodyPr/>
          <a:lstStyle>
            <a:lvl1pPr marL="0" indent="0">
              <a:buNone/>
              <a:defRPr sz="1571"/>
            </a:lvl1pPr>
            <a:lvl2pPr marL="448833" indent="0">
              <a:buNone/>
              <a:defRPr sz="1374"/>
            </a:lvl2pPr>
            <a:lvl3pPr marL="897666" indent="0">
              <a:buNone/>
              <a:defRPr sz="1178"/>
            </a:lvl3pPr>
            <a:lvl4pPr marL="1346500" indent="0">
              <a:buNone/>
              <a:defRPr sz="982"/>
            </a:lvl4pPr>
            <a:lvl5pPr marL="1795333" indent="0">
              <a:buNone/>
              <a:defRPr sz="982"/>
            </a:lvl5pPr>
            <a:lvl6pPr marL="2244166" indent="0">
              <a:buNone/>
              <a:defRPr sz="982"/>
            </a:lvl6pPr>
            <a:lvl7pPr marL="2692999" indent="0">
              <a:buNone/>
              <a:defRPr sz="982"/>
            </a:lvl7pPr>
            <a:lvl8pPr marL="3141833" indent="0">
              <a:buNone/>
              <a:defRPr sz="982"/>
            </a:lvl8pPr>
            <a:lvl9pPr marL="3590666" indent="0">
              <a:buNone/>
              <a:defRPr sz="98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B717-CFD4-4C3E-B8B4-391252853DD8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3DBF7-B1EC-49F1-B22D-456980B7F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53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B717-CFD4-4C3E-B8B4-391252853DD8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3DBF7-B1EC-49F1-B22D-456980B7F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528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32635" y="358448"/>
            <a:ext cx="2872279" cy="57055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799" y="358448"/>
            <a:ext cx="8450327" cy="57055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B717-CFD4-4C3E-B8B4-391252853DD8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3DBF7-B1EC-49F1-B22D-456980B7F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452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799" y="358449"/>
            <a:ext cx="11489115" cy="1301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799" y="1792240"/>
            <a:ext cx="11489115" cy="4271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799" y="6240112"/>
            <a:ext cx="2997160" cy="3584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AB717-CFD4-4C3E-B8B4-391252853DD8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12486" y="6240112"/>
            <a:ext cx="4495741" cy="3584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07754" y="6240112"/>
            <a:ext cx="2997160" cy="3584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3DBF7-B1EC-49F1-B22D-456980B7F7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33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897666" rtl="0" eaLnBrk="1" latinLnBrk="0" hangingPunct="1">
        <a:lnSpc>
          <a:spcPct val="90000"/>
        </a:lnSpc>
        <a:spcBef>
          <a:spcPct val="0"/>
        </a:spcBef>
        <a:buNone/>
        <a:defRPr sz="43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417" indent="-224417" algn="l" defTabSz="897666" rtl="0" eaLnBrk="1" latinLnBrk="0" hangingPunct="1">
        <a:lnSpc>
          <a:spcPct val="90000"/>
        </a:lnSpc>
        <a:spcBef>
          <a:spcPts val="982"/>
        </a:spcBef>
        <a:buFont typeface="Arial" panose="020B0604020202020204" pitchFamily="34" charset="0"/>
        <a:buChar char="•"/>
        <a:defRPr sz="2749" kern="1200">
          <a:solidFill>
            <a:schemeClr val="tx1"/>
          </a:solidFill>
          <a:latin typeface="+mn-lt"/>
          <a:ea typeface="+mn-ea"/>
          <a:cs typeface="+mn-cs"/>
        </a:defRPr>
      </a:lvl1pPr>
      <a:lvl2pPr marL="673250" indent="-224417" algn="l" defTabSz="897666" rtl="0" eaLnBrk="1" latinLnBrk="0" hangingPunct="1">
        <a:lnSpc>
          <a:spcPct val="90000"/>
        </a:lnSpc>
        <a:spcBef>
          <a:spcPts val="491"/>
        </a:spcBef>
        <a:buFont typeface="Arial" panose="020B0604020202020204" pitchFamily="34" charset="0"/>
        <a:buChar char="•"/>
        <a:defRPr sz="2356" kern="1200">
          <a:solidFill>
            <a:schemeClr val="tx1"/>
          </a:solidFill>
          <a:latin typeface="+mn-lt"/>
          <a:ea typeface="+mn-ea"/>
          <a:cs typeface="+mn-cs"/>
        </a:defRPr>
      </a:lvl2pPr>
      <a:lvl3pPr marL="1122083" indent="-224417" algn="l" defTabSz="897666" rtl="0" eaLnBrk="1" latinLnBrk="0" hangingPunct="1">
        <a:lnSpc>
          <a:spcPct val="90000"/>
        </a:lnSpc>
        <a:spcBef>
          <a:spcPts val="491"/>
        </a:spcBef>
        <a:buFont typeface="Arial" panose="020B0604020202020204" pitchFamily="34" charset="0"/>
        <a:buChar char="•"/>
        <a:defRPr sz="1963" kern="1200">
          <a:solidFill>
            <a:schemeClr val="tx1"/>
          </a:solidFill>
          <a:latin typeface="+mn-lt"/>
          <a:ea typeface="+mn-ea"/>
          <a:cs typeface="+mn-cs"/>
        </a:defRPr>
      </a:lvl3pPr>
      <a:lvl4pPr marL="1570916" indent="-224417" algn="l" defTabSz="897666" rtl="0" eaLnBrk="1" latinLnBrk="0" hangingPunct="1">
        <a:lnSpc>
          <a:spcPct val="90000"/>
        </a:lnSpc>
        <a:spcBef>
          <a:spcPts val="491"/>
        </a:spcBef>
        <a:buFont typeface="Arial" panose="020B0604020202020204" pitchFamily="34" charset="0"/>
        <a:buChar char="•"/>
        <a:defRPr sz="1767" kern="1200">
          <a:solidFill>
            <a:schemeClr val="tx1"/>
          </a:solidFill>
          <a:latin typeface="+mn-lt"/>
          <a:ea typeface="+mn-ea"/>
          <a:cs typeface="+mn-cs"/>
        </a:defRPr>
      </a:lvl4pPr>
      <a:lvl5pPr marL="2019750" indent="-224417" algn="l" defTabSz="897666" rtl="0" eaLnBrk="1" latinLnBrk="0" hangingPunct="1">
        <a:lnSpc>
          <a:spcPct val="90000"/>
        </a:lnSpc>
        <a:spcBef>
          <a:spcPts val="491"/>
        </a:spcBef>
        <a:buFont typeface="Arial" panose="020B0604020202020204" pitchFamily="34" charset="0"/>
        <a:buChar char="•"/>
        <a:defRPr sz="1767" kern="1200">
          <a:solidFill>
            <a:schemeClr val="tx1"/>
          </a:solidFill>
          <a:latin typeface="+mn-lt"/>
          <a:ea typeface="+mn-ea"/>
          <a:cs typeface="+mn-cs"/>
        </a:defRPr>
      </a:lvl5pPr>
      <a:lvl6pPr marL="2468583" indent="-224417" algn="l" defTabSz="897666" rtl="0" eaLnBrk="1" latinLnBrk="0" hangingPunct="1">
        <a:lnSpc>
          <a:spcPct val="90000"/>
        </a:lnSpc>
        <a:spcBef>
          <a:spcPts val="491"/>
        </a:spcBef>
        <a:buFont typeface="Arial" panose="020B0604020202020204" pitchFamily="34" charset="0"/>
        <a:buChar char="•"/>
        <a:defRPr sz="1767" kern="1200">
          <a:solidFill>
            <a:schemeClr val="tx1"/>
          </a:solidFill>
          <a:latin typeface="+mn-lt"/>
          <a:ea typeface="+mn-ea"/>
          <a:cs typeface="+mn-cs"/>
        </a:defRPr>
      </a:lvl6pPr>
      <a:lvl7pPr marL="2917416" indent="-224417" algn="l" defTabSz="897666" rtl="0" eaLnBrk="1" latinLnBrk="0" hangingPunct="1">
        <a:lnSpc>
          <a:spcPct val="90000"/>
        </a:lnSpc>
        <a:spcBef>
          <a:spcPts val="491"/>
        </a:spcBef>
        <a:buFont typeface="Arial" panose="020B0604020202020204" pitchFamily="34" charset="0"/>
        <a:buChar char="•"/>
        <a:defRPr sz="1767" kern="1200">
          <a:solidFill>
            <a:schemeClr val="tx1"/>
          </a:solidFill>
          <a:latin typeface="+mn-lt"/>
          <a:ea typeface="+mn-ea"/>
          <a:cs typeface="+mn-cs"/>
        </a:defRPr>
      </a:lvl7pPr>
      <a:lvl8pPr marL="3366249" indent="-224417" algn="l" defTabSz="897666" rtl="0" eaLnBrk="1" latinLnBrk="0" hangingPunct="1">
        <a:lnSpc>
          <a:spcPct val="90000"/>
        </a:lnSpc>
        <a:spcBef>
          <a:spcPts val="491"/>
        </a:spcBef>
        <a:buFont typeface="Arial" panose="020B0604020202020204" pitchFamily="34" charset="0"/>
        <a:buChar char="•"/>
        <a:defRPr sz="1767" kern="1200">
          <a:solidFill>
            <a:schemeClr val="tx1"/>
          </a:solidFill>
          <a:latin typeface="+mn-lt"/>
          <a:ea typeface="+mn-ea"/>
          <a:cs typeface="+mn-cs"/>
        </a:defRPr>
      </a:lvl8pPr>
      <a:lvl9pPr marL="3815083" indent="-224417" algn="l" defTabSz="897666" rtl="0" eaLnBrk="1" latinLnBrk="0" hangingPunct="1">
        <a:lnSpc>
          <a:spcPct val="90000"/>
        </a:lnSpc>
        <a:spcBef>
          <a:spcPts val="491"/>
        </a:spcBef>
        <a:buFont typeface="Arial" panose="020B0604020202020204" pitchFamily="34" charset="0"/>
        <a:buChar char="•"/>
        <a:defRPr sz="17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7666" rtl="0" eaLnBrk="1" latinLnBrk="0" hangingPunct="1">
        <a:defRPr sz="1767" kern="1200">
          <a:solidFill>
            <a:schemeClr val="tx1"/>
          </a:solidFill>
          <a:latin typeface="+mn-lt"/>
          <a:ea typeface="+mn-ea"/>
          <a:cs typeface="+mn-cs"/>
        </a:defRPr>
      </a:lvl1pPr>
      <a:lvl2pPr marL="448833" algn="l" defTabSz="897666" rtl="0" eaLnBrk="1" latinLnBrk="0" hangingPunct="1">
        <a:defRPr sz="1767" kern="1200">
          <a:solidFill>
            <a:schemeClr val="tx1"/>
          </a:solidFill>
          <a:latin typeface="+mn-lt"/>
          <a:ea typeface="+mn-ea"/>
          <a:cs typeface="+mn-cs"/>
        </a:defRPr>
      </a:lvl2pPr>
      <a:lvl3pPr marL="897666" algn="l" defTabSz="897666" rtl="0" eaLnBrk="1" latinLnBrk="0" hangingPunct="1">
        <a:defRPr sz="1767" kern="1200">
          <a:solidFill>
            <a:schemeClr val="tx1"/>
          </a:solidFill>
          <a:latin typeface="+mn-lt"/>
          <a:ea typeface="+mn-ea"/>
          <a:cs typeface="+mn-cs"/>
        </a:defRPr>
      </a:lvl3pPr>
      <a:lvl4pPr marL="1346500" algn="l" defTabSz="897666" rtl="0" eaLnBrk="1" latinLnBrk="0" hangingPunct="1">
        <a:defRPr sz="1767" kern="1200">
          <a:solidFill>
            <a:schemeClr val="tx1"/>
          </a:solidFill>
          <a:latin typeface="+mn-lt"/>
          <a:ea typeface="+mn-ea"/>
          <a:cs typeface="+mn-cs"/>
        </a:defRPr>
      </a:lvl4pPr>
      <a:lvl5pPr marL="1795333" algn="l" defTabSz="897666" rtl="0" eaLnBrk="1" latinLnBrk="0" hangingPunct="1">
        <a:defRPr sz="1767" kern="1200">
          <a:solidFill>
            <a:schemeClr val="tx1"/>
          </a:solidFill>
          <a:latin typeface="+mn-lt"/>
          <a:ea typeface="+mn-ea"/>
          <a:cs typeface="+mn-cs"/>
        </a:defRPr>
      </a:lvl5pPr>
      <a:lvl6pPr marL="2244166" algn="l" defTabSz="897666" rtl="0" eaLnBrk="1" latinLnBrk="0" hangingPunct="1">
        <a:defRPr sz="1767" kern="1200">
          <a:solidFill>
            <a:schemeClr val="tx1"/>
          </a:solidFill>
          <a:latin typeface="+mn-lt"/>
          <a:ea typeface="+mn-ea"/>
          <a:cs typeface="+mn-cs"/>
        </a:defRPr>
      </a:lvl6pPr>
      <a:lvl7pPr marL="2692999" algn="l" defTabSz="897666" rtl="0" eaLnBrk="1" latinLnBrk="0" hangingPunct="1">
        <a:defRPr sz="1767" kern="1200">
          <a:solidFill>
            <a:schemeClr val="tx1"/>
          </a:solidFill>
          <a:latin typeface="+mn-lt"/>
          <a:ea typeface="+mn-ea"/>
          <a:cs typeface="+mn-cs"/>
        </a:defRPr>
      </a:lvl7pPr>
      <a:lvl8pPr marL="3141833" algn="l" defTabSz="897666" rtl="0" eaLnBrk="1" latinLnBrk="0" hangingPunct="1">
        <a:defRPr sz="1767" kern="1200">
          <a:solidFill>
            <a:schemeClr val="tx1"/>
          </a:solidFill>
          <a:latin typeface="+mn-lt"/>
          <a:ea typeface="+mn-ea"/>
          <a:cs typeface="+mn-cs"/>
        </a:defRPr>
      </a:lvl8pPr>
      <a:lvl9pPr marL="3590666" algn="l" defTabSz="897666" rtl="0" eaLnBrk="1" latinLnBrk="0" hangingPunct="1">
        <a:defRPr sz="17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B19FFB-75E4-93F1-F83A-80C2B8BBB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175" y="727504"/>
            <a:ext cx="9382376" cy="52775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237F60-3904-5850-F955-DDCD56C957EC}"/>
              </a:ext>
            </a:extLst>
          </p:cNvPr>
          <p:cNvSpPr/>
          <p:nvPr/>
        </p:nvSpPr>
        <p:spPr>
          <a:xfrm>
            <a:off x="6229075" y="1643040"/>
            <a:ext cx="348056" cy="1740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49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E9D609-C3B8-7F2A-E869-8C630F126FC3}"/>
              </a:ext>
            </a:extLst>
          </p:cNvPr>
          <p:cNvSpPr/>
          <p:nvPr/>
        </p:nvSpPr>
        <p:spPr>
          <a:xfrm>
            <a:off x="6346355" y="5074417"/>
            <a:ext cx="348056" cy="1740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49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EC7BA-C556-821A-CA38-EB9F27DBD7AF}"/>
              </a:ext>
            </a:extLst>
          </p:cNvPr>
          <p:cNvSpPr/>
          <p:nvPr/>
        </p:nvSpPr>
        <p:spPr>
          <a:xfrm>
            <a:off x="8756263" y="3279282"/>
            <a:ext cx="348056" cy="1740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249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D9B766-7BA3-67C9-38D9-A832744409C8}"/>
              </a:ext>
            </a:extLst>
          </p:cNvPr>
          <p:cNvSpPr txBox="1"/>
          <p:nvPr/>
        </p:nvSpPr>
        <p:spPr>
          <a:xfrm>
            <a:off x="6346360" y="1627599"/>
            <a:ext cx="4918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9CE217-1AE4-68DD-3120-924BD4168904}"/>
              </a:ext>
            </a:extLst>
          </p:cNvPr>
          <p:cNvSpPr txBox="1"/>
          <p:nvPr/>
        </p:nvSpPr>
        <p:spPr>
          <a:xfrm>
            <a:off x="8756258" y="3251990"/>
            <a:ext cx="567482" cy="40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II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59B5D-8592-A4F7-322A-B753087D9A16}"/>
              </a:ext>
            </a:extLst>
          </p:cNvPr>
          <p:cNvSpPr txBox="1"/>
          <p:nvPr/>
        </p:nvSpPr>
        <p:spPr>
          <a:xfrm>
            <a:off x="6463634" y="5023037"/>
            <a:ext cx="46911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III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CF6473-64AC-159E-01FA-D33271A0781F}"/>
              </a:ext>
            </a:extLst>
          </p:cNvPr>
          <p:cNvSpPr txBox="1"/>
          <p:nvPr/>
        </p:nvSpPr>
        <p:spPr>
          <a:xfrm>
            <a:off x="3853211" y="3251997"/>
            <a:ext cx="475171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IV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26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0AF029F-ABD3-3573-3C2E-BB9A23A53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66" y="-19832"/>
            <a:ext cx="12674104" cy="71291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C7CF75-1FD1-9F29-55CF-0C4939BD1E02}"/>
              </a:ext>
            </a:extLst>
          </p:cNvPr>
          <p:cNvSpPr/>
          <p:nvPr/>
        </p:nvSpPr>
        <p:spPr>
          <a:xfrm>
            <a:off x="4446044" y="4331675"/>
            <a:ext cx="348056" cy="1891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10CF33-8A5A-B8B7-CAC7-84994830997C}"/>
              </a:ext>
            </a:extLst>
          </p:cNvPr>
          <p:cNvSpPr/>
          <p:nvPr/>
        </p:nvSpPr>
        <p:spPr>
          <a:xfrm>
            <a:off x="6237262" y="3408564"/>
            <a:ext cx="427502" cy="2723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842247-303A-6362-81A0-BAC6B1E723A7}"/>
              </a:ext>
            </a:extLst>
          </p:cNvPr>
          <p:cNvSpPr/>
          <p:nvPr/>
        </p:nvSpPr>
        <p:spPr>
          <a:xfrm>
            <a:off x="8858375" y="6791634"/>
            <a:ext cx="427502" cy="2723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777956-FEAC-CD5F-B1C4-354AC3865275}"/>
              </a:ext>
            </a:extLst>
          </p:cNvPr>
          <p:cNvSpPr/>
          <p:nvPr/>
        </p:nvSpPr>
        <p:spPr>
          <a:xfrm>
            <a:off x="7767254" y="4331667"/>
            <a:ext cx="336289" cy="2723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D3BB8-32B3-EF82-041D-E8FE5FEB53FE}"/>
              </a:ext>
            </a:extLst>
          </p:cNvPr>
          <p:cNvSpPr txBox="1"/>
          <p:nvPr/>
        </p:nvSpPr>
        <p:spPr>
          <a:xfrm>
            <a:off x="6322521" y="3328221"/>
            <a:ext cx="46911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II</a:t>
            </a:r>
            <a:endParaRPr lang="en-I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3BC81C-3F2B-9AF5-384B-86E3F540FE2A}"/>
              </a:ext>
            </a:extLst>
          </p:cNvPr>
          <p:cNvSpPr/>
          <p:nvPr/>
        </p:nvSpPr>
        <p:spPr>
          <a:xfrm>
            <a:off x="6322522" y="3326188"/>
            <a:ext cx="427502" cy="2723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6CFB71-5B1F-80D8-2413-188C48638426}"/>
              </a:ext>
            </a:extLst>
          </p:cNvPr>
          <p:cNvSpPr/>
          <p:nvPr/>
        </p:nvSpPr>
        <p:spPr>
          <a:xfrm>
            <a:off x="4446051" y="2205225"/>
            <a:ext cx="677948" cy="539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9CE2F6-1AD2-2154-6B59-480F1ACB9F5C}"/>
              </a:ext>
            </a:extLst>
          </p:cNvPr>
          <p:cNvSpPr/>
          <p:nvPr/>
        </p:nvSpPr>
        <p:spPr>
          <a:xfrm>
            <a:off x="6636415" y="6093413"/>
            <a:ext cx="558395" cy="420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B82BA-2CCB-0E39-3A42-1D3E5E0D120F}"/>
              </a:ext>
            </a:extLst>
          </p:cNvPr>
          <p:cNvSpPr/>
          <p:nvPr/>
        </p:nvSpPr>
        <p:spPr>
          <a:xfrm>
            <a:off x="3519541" y="4064573"/>
            <a:ext cx="677948" cy="539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208AB1-AF8C-D936-323D-345F6749CF5B}"/>
              </a:ext>
            </a:extLst>
          </p:cNvPr>
          <p:cNvSpPr/>
          <p:nvPr/>
        </p:nvSpPr>
        <p:spPr>
          <a:xfrm>
            <a:off x="8781949" y="6169672"/>
            <a:ext cx="558395" cy="420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765246-C097-58D5-E768-DF888C2E3BF2}"/>
              </a:ext>
            </a:extLst>
          </p:cNvPr>
          <p:cNvSpPr/>
          <p:nvPr/>
        </p:nvSpPr>
        <p:spPr>
          <a:xfrm>
            <a:off x="5812176" y="6521389"/>
            <a:ext cx="558395" cy="420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63655F-A605-FF66-F934-AA7AE88C89CE}"/>
              </a:ext>
            </a:extLst>
          </p:cNvPr>
          <p:cNvSpPr/>
          <p:nvPr/>
        </p:nvSpPr>
        <p:spPr>
          <a:xfrm>
            <a:off x="6470821" y="2576661"/>
            <a:ext cx="558395" cy="420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A4682C-6071-A268-F4CE-8A9388E0EB25}"/>
              </a:ext>
            </a:extLst>
          </p:cNvPr>
          <p:cNvSpPr/>
          <p:nvPr/>
        </p:nvSpPr>
        <p:spPr>
          <a:xfrm>
            <a:off x="8763699" y="2056859"/>
            <a:ext cx="492604" cy="398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973579-73CD-81BE-E583-95AA5983BC08}"/>
              </a:ext>
            </a:extLst>
          </p:cNvPr>
          <p:cNvSpPr/>
          <p:nvPr/>
        </p:nvSpPr>
        <p:spPr>
          <a:xfrm>
            <a:off x="8830388" y="4053028"/>
            <a:ext cx="558395" cy="4886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B36095-2AA6-8F26-5FDF-D184CA7AFA8C}"/>
              </a:ext>
            </a:extLst>
          </p:cNvPr>
          <p:cNvSpPr txBox="1"/>
          <p:nvPr/>
        </p:nvSpPr>
        <p:spPr>
          <a:xfrm>
            <a:off x="4620071" y="2238630"/>
            <a:ext cx="6060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  <a:b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I-II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381E9E-1979-D04F-8D39-9FACBE5312A4}"/>
              </a:ext>
            </a:extLst>
          </p:cNvPr>
          <p:cNvSpPr txBox="1"/>
          <p:nvPr/>
        </p:nvSpPr>
        <p:spPr>
          <a:xfrm>
            <a:off x="8660843" y="2048862"/>
            <a:ext cx="8225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  <a:b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II-III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82EE7C-2CDF-E3FE-5E54-E9C185BFC0C4}"/>
              </a:ext>
            </a:extLst>
          </p:cNvPr>
          <p:cNvSpPr txBox="1"/>
          <p:nvPr/>
        </p:nvSpPr>
        <p:spPr>
          <a:xfrm>
            <a:off x="3495177" y="4161793"/>
            <a:ext cx="573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9E4E89-08A5-CBD2-89A6-B9C7A27F106D}"/>
              </a:ext>
            </a:extLst>
          </p:cNvPr>
          <p:cNvSpPr txBox="1"/>
          <p:nvPr/>
        </p:nvSpPr>
        <p:spPr>
          <a:xfrm>
            <a:off x="6660356" y="6139157"/>
            <a:ext cx="7423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TS</a:t>
            </a:r>
            <a:br>
              <a:rPr lang="en-US" sz="1000" dirty="0"/>
            </a:br>
            <a:r>
              <a:rPr lang="en-US" sz="1000" dirty="0"/>
              <a:t>I-III</a:t>
            </a:r>
            <a:endParaRPr lang="en-IN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CB231F-44BF-BE0B-B561-71E5240DE65D}"/>
              </a:ext>
            </a:extLst>
          </p:cNvPr>
          <p:cNvSpPr txBox="1"/>
          <p:nvPr/>
        </p:nvSpPr>
        <p:spPr>
          <a:xfrm>
            <a:off x="9109586" y="4220531"/>
            <a:ext cx="74238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III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8FA745-08A9-855B-DBDD-1FB3B2DBDA30}"/>
              </a:ext>
            </a:extLst>
          </p:cNvPr>
          <p:cNvSpPr txBox="1"/>
          <p:nvPr/>
        </p:nvSpPr>
        <p:spPr>
          <a:xfrm>
            <a:off x="6625181" y="2638136"/>
            <a:ext cx="3088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II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76A409-54FD-3A68-BA35-98138CD1A913}"/>
              </a:ext>
            </a:extLst>
          </p:cNvPr>
          <p:cNvSpPr txBox="1"/>
          <p:nvPr/>
        </p:nvSpPr>
        <p:spPr>
          <a:xfrm>
            <a:off x="9013566" y="6303454"/>
            <a:ext cx="81098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III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A1A8140-BB47-E484-BAF6-9C66CD6FF324}"/>
              </a:ext>
            </a:extLst>
          </p:cNvPr>
          <p:cNvSpPr/>
          <p:nvPr/>
        </p:nvSpPr>
        <p:spPr>
          <a:xfrm>
            <a:off x="4073180" y="6586397"/>
            <a:ext cx="558394" cy="290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0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632D92-206E-DE15-7D01-8F7079D8E6AB}"/>
              </a:ext>
            </a:extLst>
          </p:cNvPr>
          <p:cNvSpPr txBox="1"/>
          <p:nvPr/>
        </p:nvSpPr>
        <p:spPr>
          <a:xfrm>
            <a:off x="5201898" y="6322826"/>
            <a:ext cx="83737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842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91</TotalTime>
  <Words>20</Words>
  <Application>Microsoft Office PowerPoint</Application>
  <PresentationFormat>Custom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Nayanika Das</dc:creator>
  <cp:lastModifiedBy>Nayanika Das</cp:lastModifiedBy>
  <cp:revision>12</cp:revision>
  <dcterms:created xsi:type="dcterms:W3CDTF">2026-04-27T22:05:08Z</dcterms:created>
  <dcterms:modified xsi:type="dcterms:W3CDTF">2026-05-01T02:08:37Z</dcterms:modified>
</cp:coreProperties>
</file>