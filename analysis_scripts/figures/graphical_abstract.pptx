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A124-00C0-66C7-6EBC-8DA6206CB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9FDFA-FE5D-CDB0-1F45-071C878EC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3E8C9-373F-136D-459A-23534036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6774-37AE-6D59-E803-E7B4F5C7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1E339-34CE-F7EA-B5C0-079CE5F78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1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EC6B-942C-5581-30CA-259CD9C2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3C6E0-AE82-5617-B89D-07C792EDE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74581-B519-9085-20A1-0750CA18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32D30-0A5D-05DE-8B89-16FF24F4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485B-3585-B970-CA2D-CE0E0A0C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34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ADDC-1005-47F9-D4A4-47DF3EA2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C1E45-E265-D18F-1802-56C8A48F2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CBA9F-0392-38CC-CFCD-E6B6B2A4B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462BA-E337-B5C3-12A5-981B23CF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89670-6D17-0DAD-DE7F-72F06445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35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B6D93-8312-1773-9090-AB429749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AF2D6-F6C1-B421-7FFC-9E4EF9858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35128-5B20-DD44-3B50-53BF73891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82D55-B544-5457-6DCF-4912AD73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B7D23-EE1B-7E79-A2DC-A5EA42B13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4F629-F979-9D7F-F5C0-3694D875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897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5FEA-F1FB-384B-A2A9-FE44391C4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F220A-DE80-E3BC-DA55-7B630FCBC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84384-7004-49D2-372C-E38D73EE2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D3983-C156-9947-43B5-B3FB5CDD6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F62B80-AED4-A239-4D31-0BEABFB75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DB784-1538-8693-1213-187D13BB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5AF38-2F94-0DD1-867B-CDC9666B0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41C72-4FFF-789F-C5DF-FA230004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71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2E6A-B516-7C3F-D5A4-253941E1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FD488-A369-AD68-69FD-4A9A48E7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C2958-F93D-A3D0-6480-08E39772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B21A4-FE5A-F175-8354-BB73614A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0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E24523-215A-858E-2989-07A4395F1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28AB68-1547-BA0D-7CF2-79877770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5AD5B-ADAB-740D-4331-CC3783E0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71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2FCF-0F91-8552-C3DD-56304D5B8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50FC2-1727-13C5-13AF-CDDF06108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AF2A3-9C0E-7184-2547-67E8F6289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20539-35D4-2212-016E-241325EB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8FFA5-FEC2-4A6F-27C0-3CA77155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6DD34-5E6B-0DC9-F739-75326EF5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674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75A7-7451-0647-063C-134173916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CB13F2-3252-483B-6823-D9E5ED1DB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E99F8-7A97-B4D6-E7DD-A346AFEB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60BAD-50B8-D6B2-8D8D-1D912C0A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F1650-AB15-2128-F1E8-BB1464B3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ED61E-7F7A-CB2A-134E-54F405B6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03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00D8-3A17-0536-D8B1-0F47D51B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C25EE-3C81-EA43-1D3D-D56ED18CA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B9AFC-71E8-C775-42C3-98F8E97C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A534A-6EC6-7056-B589-6C1ECDA8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27831-4126-02E9-AB83-14BFC05A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87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A6827A-1AB7-0C6A-795B-1CCEC5605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2CE24-ACCC-DE54-013F-82585B4E9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DFA9B-1E2A-E359-80DE-E978B7E1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62CA3-5F10-4C13-86FD-A9452D1DC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355BC-25F3-7709-933C-79C23DFB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283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929C9-F89B-C9BD-1978-BF0BDBA0B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D7A45-A1D9-C432-DD8F-15C6DE912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DFC60-A011-1F9E-2F81-B589699DD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2B0D7-74C3-41DB-BA7D-99D7FCF98442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44355-EE62-4D02-A74A-D4864DCFB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56646-CF7F-C04E-617C-1F5081DB0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F4459-FDF4-46B8-89CC-707E64923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78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D33068-BF6F-0056-D509-B493095DB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021" y="0"/>
            <a:ext cx="8995958" cy="6858000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4CBF3F3A-6C34-382B-98E6-DB6B1B3DAE34}"/>
              </a:ext>
            </a:extLst>
          </p:cNvPr>
          <p:cNvSpPr/>
          <p:nvPr/>
        </p:nvSpPr>
        <p:spPr>
          <a:xfrm rot="3284738">
            <a:off x="3524446" y="3828109"/>
            <a:ext cx="678116" cy="187574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0D08E3DC-931E-DECE-DB1A-EC0F25EA8F01}"/>
              </a:ext>
            </a:extLst>
          </p:cNvPr>
          <p:cNvSpPr/>
          <p:nvPr/>
        </p:nvSpPr>
        <p:spPr>
          <a:xfrm rot="10800000">
            <a:off x="4325775" y="2756391"/>
            <a:ext cx="678116" cy="187574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A7E25-194B-1B8F-A3ED-C9E1853A5BDB}"/>
              </a:ext>
            </a:extLst>
          </p:cNvPr>
          <p:cNvSpPr txBox="1"/>
          <p:nvPr/>
        </p:nvSpPr>
        <p:spPr>
          <a:xfrm>
            <a:off x="2635046" y="4817807"/>
            <a:ext cx="13961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Superimposed Structures</a:t>
            </a:r>
            <a:endParaRPr lang="en-IN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99DEF-5838-7C0F-32D6-54C3C3DFA35E}"/>
              </a:ext>
            </a:extLst>
          </p:cNvPr>
          <p:cNvSpPr txBox="1"/>
          <p:nvPr/>
        </p:nvSpPr>
        <p:spPr>
          <a:xfrm>
            <a:off x="1799304" y="3221251"/>
            <a:ext cx="115037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Possible sites for mutagenesis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81650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Nayanika Das</dc:creator>
  <cp:lastModifiedBy>Nayanika Das</cp:lastModifiedBy>
  <cp:revision>1</cp:revision>
  <dcterms:created xsi:type="dcterms:W3CDTF">2025-02-05T17:43:46Z</dcterms:created>
  <dcterms:modified xsi:type="dcterms:W3CDTF">2025-02-05T17:44:45Z</dcterms:modified>
</cp:coreProperties>
</file>