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9F362-4730-446F-8A18-BD32E3D840C3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66172-1B31-46EA-B5EF-644CFBA8D30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022918" y="1072440"/>
            <a:ext cx="6095999" cy="5294232"/>
            <a:chOff x="6636207" y="2831690"/>
            <a:chExt cx="4041625" cy="3560959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6207" y="3133846"/>
              <a:ext cx="3713618" cy="325880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9448800" y="2831690"/>
              <a:ext cx="1229032" cy="894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303745" y="3434372"/>
              <a:ext cx="378542" cy="292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23990" y="5962311"/>
              <a:ext cx="378542" cy="292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778583" y="5933863"/>
              <a:ext cx="378542" cy="292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" name="Arrow: Up 14"/>
          <p:cNvSpPr/>
          <p:nvPr/>
        </p:nvSpPr>
        <p:spPr>
          <a:xfrm rot="5400000">
            <a:off x="5918426" y="2723882"/>
            <a:ext cx="660379" cy="1991350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dk1">
                <a:shade val="15000"/>
              </a:schemeClr>
            </a:solidFill>
            <a:prstDash val="sysDash"/>
          </a:ln>
          <a:effectLst>
            <a:glow rad="127000">
              <a:schemeClr val="accent3">
                <a:lumMod val="40000"/>
                <a:lumOff val="6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52884" y="5532334"/>
            <a:ext cx="1622065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MOUSE</a:t>
            </a:r>
            <a:endParaRPr lang="en-IN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62589" y="5532334"/>
            <a:ext cx="1108051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  <a:endParaRPr lang="en-IN" sz="14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05996" y="2089665"/>
            <a:ext cx="1546015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ANCESTOR</a:t>
            </a:r>
            <a:endParaRPr lang="en-IN" sz="1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028681" y="3189733"/>
            <a:ext cx="1425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endParaRPr lang="en-I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35192" y="1329948"/>
            <a:ext cx="490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endParaRPr lang="en-I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33366" y="5177404"/>
            <a:ext cx="4589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endParaRPr lang="en-I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Freeform: Shape 48"/>
          <p:cNvSpPr/>
          <p:nvPr/>
        </p:nvSpPr>
        <p:spPr>
          <a:xfrm rot="21380377">
            <a:off x="2310146" y="1948363"/>
            <a:ext cx="3349108" cy="3542389"/>
          </a:xfrm>
          <a:custGeom>
            <a:avLst/>
            <a:gdLst>
              <a:gd name="csX0" fmla="*/ 0 w 1946787"/>
              <a:gd name="csY0" fmla="*/ 891706 h 1916374"/>
              <a:gd name="csX1" fmla="*/ 973393 w 1946787"/>
              <a:gd name="csY1" fmla="*/ 26467 h 1916374"/>
              <a:gd name="csX2" fmla="*/ 1425677 w 1946787"/>
              <a:gd name="csY2" fmla="*/ 1786441 h 1916374"/>
              <a:gd name="csX3" fmla="*/ 1946787 w 1946787"/>
              <a:gd name="csY3" fmla="*/ 1648790 h 1916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46787" h="1916374">
                <a:moveTo>
                  <a:pt x="0" y="891706"/>
                </a:moveTo>
                <a:cubicBezTo>
                  <a:pt x="367890" y="384525"/>
                  <a:pt x="735780" y="-122656"/>
                  <a:pt x="973393" y="26467"/>
                </a:cubicBezTo>
                <a:cubicBezTo>
                  <a:pt x="1211006" y="175589"/>
                  <a:pt x="1263445" y="1516054"/>
                  <a:pt x="1425677" y="1786441"/>
                </a:cubicBezTo>
                <a:cubicBezTo>
                  <a:pt x="1587909" y="2056828"/>
                  <a:pt x="1767348" y="1852809"/>
                  <a:pt x="1946787" y="1648790"/>
                </a:cubicBezTo>
              </a:path>
            </a:pathLst>
          </a:cu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52D045-F58D-BEF3-C49E-B02C70F9AFAE}"/>
              </a:ext>
            </a:extLst>
          </p:cNvPr>
          <p:cNvGrpSpPr/>
          <p:nvPr/>
        </p:nvGrpSpPr>
        <p:grpSpPr>
          <a:xfrm>
            <a:off x="1966451" y="1588585"/>
            <a:ext cx="4111199" cy="4070616"/>
            <a:chOff x="1966451" y="1588585"/>
            <a:chExt cx="2391637" cy="2652541"/>
          </a:xfrm>
        </p:grpSpPr>
        <p:cxnSp>
          <p:nvCxnSpPr>
            <p:cNvPr id="51" name="Straight Arrow Connector 50"/>
            <p:cNvCxnSpPr>
              <a:cxnSpLocks/>
            </p:cNvCxnSpPr>
            <p:nvPr/>
          </p:nvCxnSpPr>
          <p:spPr>
            <a:xfrm flipV="1">
              <a:off x="1966451" y="1588585"/>
              <a:ext cx="0" cy="26525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cxnSpLocks/>
            </p:cNvCxnSpPr>
            <p:nvPr/>
          </p:nvCxnSpPr>
          <p:spPr>
            <a:xfrm flipV="1">
              <a:off x="1970603" y="4238123"/>
              <a:ext cx="2387485" cy="30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2992885" y="5670898"/>
            <a:ext cx="2654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Reaction Coordinate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 rot="16200000">
            <a:off x="836730" y="2966584"/>
            <a:ext cx="1827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Free Energy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/>
          <p:cNvCxnSpPr>
            <a:cxnSpLocks/>
          </p:cNvCxnSpPr>
          <p:nvPr/>
        </p:nvCxnSpPr>
        <p:spPr>
          <a:xfrm>
            <a:off x="3708362" y="1983364"/>
            <a:ext cx="26575" cy="3456935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502633" y="4769003"/>
            <a:ext cx="296912" cy="3077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/>
          <p:cNvSpPr/>
          <p:nvPr/>
        </p:nvSpPr>
        <p:spPr>
          <a:xfrm>
            <a:off x="2124927" y="3511676"/>
            <a:ext cx="296912" cy="3077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3575656" y="1675418"/>
            <a:ext cx="296912" cy="30772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5" name="Straight Connector 74"/>
          <p:cNvCxnSpPr>
            <a:cxnSpLocks/>
          </p:cNvCxnSpPr>
          <p:nvPr/>
        </p:nvCxnSpPr>
        <p:spPr>
          <a:xfrm>
            <a:off x="1966451" y="5440299"/>
            <a:ext cx="325682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427028" y="3580993"/>
            <a:ext cx="3256822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1" dirty="0">
                <a:latin typeface="Arial" panose="020B0604020202020204" pitchFamily="34" charset="0"/>
                <a:cs typeface="Arial" panose="020B0604020202020204" pitchFamily="34" charset="0"/>
              </a:rPr>
              <a:t>EVB simulations</a:t>
            </a:r>
            <a:endParaRPr lang="en-IN" sz="120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232148" y="2206869"/>
            <a:ext cx="189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15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Nayanika Das</dc:creator>
  <cp:lastModifiedBy>Nayanika Das</cp:lastModifiedBy>
  <cp:revision>11</cp:revision>
  <dcterms:created xsi:type="dcterms:W3CDTF">2026-04-28T15:18:00Z</dcterms:created>
  <dcterms:modified xsi:type="dcterms:W3CDTF">2026-05-04T17:51:30Z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54C4CDD61EA24CB88228ED3090BC0A8C_12</vt:lpwstr>
  </property>
  <property fmtid="{D5CDD505-2E9C-101B-9397-08002B2CF9AE}" pid="3" name="KSOProductBuildVer">
    <vt:lpwstr>1033-12.2.0.23155</vt:lpwstr>
  </property>
</Properties>
</file>